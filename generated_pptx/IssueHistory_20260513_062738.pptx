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12" name="본문 첫 번째 줄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21" name="본문 첫 번째 줄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텍스트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제목 텍스트</a:t>
            </a:r>
          </a:p>
        </p:txBody>
      </p:sp>
      <p:sp>
        <p:nvSpPr>
          <p:cNvPr id="30" name="본문 첫 번째 줄…"/>
          <p:cNvSpPr txBox="1"/>
          <p:nvPr>
            <p:ph type="body" sz="quarter" idx="1"/>
          </p:nvPr>
        </p:nvSpPr>
        <p:spPr>
          <a:xfrm>
            <a:off x="722312" y="2906713"/>
            <a:ext cx="7772401" cy="150019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39" name="본문 첫 번째 줄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48" name="본문 첫 번째 줄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6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5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73" name="본문 첫 번째 줄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제목 텍스트"/>
          <p:cNvSpPr txBox="1"/>
          <p:nvPr>
            <p:ph type="title"/>
          </p:nvPr>
        </p:nvSpPr>
        <p:spPr>
          <a:xfrm>
            <a:off x="1792288" y="4800600"/>
            <a:ext cx="5486403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3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본문 첫 번째 줄…"/>
          <p:cNvSpPr txBox="1"/>
          <p:nvPr>
            <p:ph type="body" sz="quarter" idx="1"/>
          </p:nvPr>
        </p:nvSpPr>
        <p:spPr>
          <a:xfrm>
            <a:off x="1792288" y="5367337"/>
            <a:ext cx="5486403" cy="80486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8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8428181" y="6414762"/>
            <a:ext cx="258620" cy="248301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60480" cy="6858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경쟁사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73152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서비스형 플랫폼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3200" y="6446520"/>
            <a:ext cx="146304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4A6F7"/>
                </a:solidFill>
              </a:defRPr>
            </a:pPr>
            <a:r>
              <a:t>페이지 번호 :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60480" cy="6858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경쟁사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6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3E75"/>
                </a:solidFill>
              </a:defRPr>
            </a:pPr>
            <a:r>
              <a:t>프레젠테이션 슬라이드에서 기술 프레임워크 기반 경쟁사를 서비스형 플랫폼 관점으로 정리했다. 주요 경쟁자는 Lindy, AgentGPT/AutoGPT, 그리고 기존 금융 도구로 구분된다.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1146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3E75"/>
                </a:solidFill>
              </a:defRPr>
            </a:pPr>
            <a:r>
              <a:t>● Lindy — 노코드 AI 빌더 / 빠른 배포</a:t>
            </a:r>
          </a:p>
          <a:p>
            <a:pPr algn="l">
              <a:defRPr sz="1400" b="0">
                <a:solidFill>
                  <a:srgbClr val="163E75"/>
                </a:solidFill>
              </a:defRPr>
            </a:pPr>
            <a:r>
              <a:t>● AgentGPT / AutoGPT — 목표 기반 자동 실행 (프로토타입)</a:t>
            </a:r>
          </a:p>
          <a:p>
            <a:pPr algn="l">
              <a:defRPr sz="1400" b="0">
                <a:solidFill>
                  <a:srgbClr val="163E75"/>
                </a:solidFill>
              </a:defRPr>
            </a:pPr>
            <a:r>
              <a:t>● 기존 금융 도구 — 알고리즘 트레이딩 중심, 보안 강화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3200" y="6446520"/>
            <a:ext cx="146304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4A6F7"/>
                </a:solidFill>
              </a:defRPr>
            </a:pPr>
            <a:r>
              <a:t>페이지 번호 :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60480" cy="6858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82880" cy="137160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0" y="960120"/>
            <a:ext cx="182880" cy="137160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468880"/>
            <a:ext cx="182880" cy="137160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경쟁사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560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3E75"/>
                </a:solidFill>
              </a:defRPr>
            </a:pPr>
            <a:r>
              <a:t>Lindy : 노코드 AI 빌더 / 빠른 배포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960120"/>
            <a:ext cx="560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3E75"/>
                </a:solidFill>
              </a:defRPr>
            </a:pPr>
            <a:r>
              <a:t>AgentGPT/AutoGPT : 목표 기반 자동 실행 (프로토타입)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68880"/>
            <a:ext cx="560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3E75"/>
                </a:solidFill>
              </a:defRPr>
            </a:pPr>
            <a:r>
              <a:t>기존 금융 도구 : 알고리즘 트레이딩 중심, 보안 강화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3200" y="6446520"/>
            <a:ext cx="146304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4A6F7"/>
                </a:solidFill>
              </a:defRPr>
            </a:pPr>
            <a:r>
              <a:t>페이지 번호 :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60480" cy="6858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경쟁사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6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3E75"/>
                </a:solidFill>
              </a:defRPr>
            </a:pPr>
            <a:r>
              <a:t>슬라이드 번호 :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3200" y="6446520"/>
            <a:ext cx="146304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4A6F7"/>
                </a:solidFill>
              </a:defRPr>
            </a:pPr>
            <a:r>
              <a:t>페이지 번호 :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