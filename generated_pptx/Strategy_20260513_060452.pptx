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81" y="6414762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554708"/>
            <a:ext cx="73152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1856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1856" y="2267940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856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856" y="2981172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694404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856" y="3694404"/>
            <a:ext cx="73152" cy="63985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4015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4015" y="1554708"/>
            <a:ext cx="73152" cy="6398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4015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4015" y="2267940"/>
            <a:ext cx="73152" cy="639851"/>
          </a:xfrm>
          <a:prstGeom prst="rect">
            <a:avLst/>
          </a:prstGeom>
          <a:solidFill>
            <a:srgbClr val="F5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4015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4015" y="2981172"/>
            <a:ext cx="73152" cy="639851"/>
          </a:xfrm>
          <a:prstGeom prst="rect">
            <a:avLst/>
          </a:prstGeom>
          <a:solidFill>
            <a:srgbClr val="7C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4015" y="3694404"/>
            <a:ext cx="5669280" cy="63985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4015" y="3694404"/>
            <a:ext cx="73152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4937760"/>
            <a:ext cx="1143000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1856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0" y="1028700"/>
            <a:ext cx="36576" cy="3154680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540" y="164590"/>
            <a:ext cx="10460740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기술 프레임워크 경쟁자 / 서비스형 플랫폼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540" y="548640"/>
            <a:ext cx="10460740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주제: 경쟁사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80901" y="201166"/>
            <a:ext cx="722379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슬라이드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540" y="1097280"/>
            <a:ext cx="5614420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기술 프레임워크 경쟁자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20" y="1773681"/>
            <a:ext cx="2322580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Lindy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9861" y="1775584"/>
            <a:ext cx="2962657" cy="19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노코드 AI 빌더 / 빠른 배포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9861" y="2488817"/>
            <a:ext cx="296265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목표 기반 자동 실행 (프로토타입)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20" y="3200144"/>
            <a:ext cx="2322580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기존 금융 도구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59861" y="3202048"/>
            <a:ext cx="296265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알고리즘 트레이딩 중심, 보안 강화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1702" y="1097280"/>
            <a:ext cx="5614418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서비스형 플랫폼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9540" y="5440679"/>
            <a:ext cx="11375140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슬라이드 #7은 기술 프레임워크 기반의 서비스형 플랫폼 경쟁사를 정리하고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