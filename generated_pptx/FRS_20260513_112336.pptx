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/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6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3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3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3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81" y="6414762"/>
            <a:ext cx="258620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