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2026-05-12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antelligen_presentation_ver1.1.pptx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[원본] antelligen_presentation_ver1.1.pptx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확장성·유지보수에서 구조적 한계 발생</a:t>
            </a:r>
          </a:p>
          <a:p>
            <a:pPr>
              <a:defRPr sz="1400"/>
            </a:pPr>
            <a:r>
              <a:t>현실의 의사결정은 협업 구조</a:t>
            </a:r>
          </a:p>
          <a:p>
            <a:pPr>
              <a:defRPr sz="1400"/>
            </a:pPr>
            <a:r>
              <a:t>• 정보 수집 → 분석 → 판단 → 추천</a:t>
            </a:r>
          </a:p>
          <a:p>
            <a:pPr>
              <a:defRPr sz="1400"/>
            </a:pPr>
            <a:r>
              <a:t>• 여러 전문가의 협업 형태로 이루어짐</a:t>
            </a:r>
          </a:p>
          <a:p>
            <a:pPr>
              <a:defRPr sz="1400"/>
            </a:pPr>
            <a:r>
              <a:t>• 기존 AI 시스템은 이를 반영 못 함</a:t>
            </a:r>
          </a:p>
          <a:p>
            <a:pPr>
              <a:defRPr sz="1400"/>
            </a:pPr>
            <a:r>
              <a:t>→ "역할별 AI 에이전트가 협업하는 구조" 가 필요</a:t>
            </a:r>
          </a:p>
          <a:p>
            <a:pPr>
              <a:defRPr sz="1400"/>
            </a:pPr>
            <a:r>
              <a:t>Antelligen의 5가지 목표</a:t>
            </a:r>
          </a:p>
          <a:p>
            <a:pPr>
              <a:defRPr sz="1400"/>
            </a:pPr>
            <a:r>
              <a:t>• 구조적 AI 시스템 구축 — 데이터 수집·분석·의사결정 에이전트 협업</a:t>
            </a:r>
          </a:p>
          <a:p>
            <a:pPr>
              <a:defRPr sz="1400"/>
            </a:pPr>
            <a:r>
              <a:t>• 확장 가능한 아키텍처 — 새 기능 추가 시 기존 시스템 영향 최소화</a:t>
            </a:r>
          </a:p>
          <a:p>
            <a:pPr>
              <a:defRPr sz="1400"/>
            </a:pPr>
            <a:r>
              <a:t>• 현실적 협업 흐름 반영 — 사람의 업무 방식 그대로 AI 협업으로 구현</a:t>
            </a:r>
          </a:p>
          <a:p>
            <a:pPr>
              <a:defRPr sz="1400"/>
            </a:pPr>
            <a:r>
              <a:t>• 사용자 맞춤형 분석 — 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--- 템플릿 매칭 ---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