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2026-05-12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FRS_20260512_074039.pptx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[원본] FRS_20260512_074039.pptx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FRS Report</a:t>
            </a:r>
          </a:p>
          <a:p>
            <a:pPr>
              <a:defRPr sz="1400"/>
            </a:pPr>
            <a:r>
              <a:t>2026-05-12</a:t>
            </a:r>
          </a:p>
          <a:p>
            <a:pPr>
              <a:defRPr sz="1400"/>
            </a:pPr>
            <a:r>
              <a:t>antelligen_presentation_ver1.1.pptx</a:t>
            </a:r>
          </a:p>
          <a:p>
            <a:pPr>
              <a:defRPr sz="1400"/>
            </a:pPr>
            <a:r>
              <a:t>[원본] antelligen_presentation_ver1.1.pptx</a:t>
            </a:r>
          </a:p>
          <a:p>
            <a:pPr>
              <a:defRPr sz="1400"/>
            </a:pPr>
            <a:r>
              <a:t>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단일 LLM은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하나의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확장성·유지보수에서 구조적 한계 발생</a:t>
            </a:r>
          </a:p>
          <a:p>
            <a:pPr>
              <a:defRPr sz="1400"/>
            </a:pPr>
            <a:r>
              <a:t>현실의 의사결정은 협업 구조</a:t>
            </a:r>
          </a:p>
          <a:p>
            <a:pPr>
              <a:defRPr sz="1400"/>
            </a:pPr>
            <a:r>
              <a:t>• 정보 수집 → 분석 → 판단 → 추천</a:t>
            </a:r>
          </a:p>
          <a:p>
            <a:pPr>
              <a:defRPr sz="1400"/>
            </a:pPr>
            <a:r>
              <a:t>• 여러 전문가의 협업 형태로 이루어짐</a:t>
            </a:r>
          </a:p>
          <a:p>
            <a:pPr>
              <a:defRPr sz="1400"/>
            </a:pPr>
            <a:r>
              <a:t>• 기존 AI 시스템은 이를 반영 못 함</a:t>
            </a:r>
          </a:p>
          <a:p>
            <a:pPr>
              <a:defRPr sz="1400"/>
            </a:pPr>
            <a:r>
              <a:t>→ "역할별 AI 에이전트가 협업하는 구조" 가 필요</a:t>
            </a:r>
          </a:p>
          <a:p>
            <a:pPr>
              <a:defRPr sz="1400"/>
            </a:pPr>
            <a:r>
              <a:t>Antelligen의 5가지 목표</a:t>
            </a:r>
          </a:p>
          <a:p>
            <a:pPr>
              <a:defRPr sz="1400"/>
            </a:pPr>
            <a:r>
              <a:t>• 구조적 AI 시스템 구축 — 데이터 수집·분석·의사결정 에이전트 협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--- 템플릿 매칭 ---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✕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한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✕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한 모델에 과도 의존</a:t>
            </a:r>
          </a:p>
          <a:p>
            <a:pPr>
              <a:defRPr sz="1400"/>
            </a:pPr>
            <a:r>
              <a:t>• 다양한 도메인(주식·뉴스·SNS·재무) 통합 반영 불가</a:t>
            </a:r>
          </a:p>
          <a:p>
            <a:pPr>
              <a:defRPr sz="1400"/>
            </a:pPr>
            <a:r>
              <a:t>• </a:t>
            </a:r>
          </a:p>
          <a:p>
            <a:pPr>
              <a:defRPr sz="1400"/>
            </a:pPr>
            <a:r>
              <a:t>• Antelligen</a:t>
            </a:r>
          </a:p>
          <a:p>
            <a:pPr>
              <a:defRPr sz="1400"/>
            </a:pPr>
            <a:r>
              <a:t>AI Multi-Agent 기반 투자 인텔리전스 플랫폼</a:t>
            </a:r>
          </a:p>
          <a:p>
            <a:pPr>
              <a:defRPr sz="1400"/>
            </a:pPr>
            <a:r>
              <a:t>"AI가 대신 투자하는 시대가 아니라,</a:t>
            </a:r>
          </a:p>
          <a:p>
            <a:pPr>
              <a:defRPr sz="1400"/>
            </a:pPr>
            <a:r>
              <a:t>AI의 판단을 사람이 검증하고 통제하는 구조"</a:t>
            </a:r>
          </a:p>
          <a:p>
            <a:pPr>
              <a:defRPr sz="1400"/>
            </a:pPr>
            <a:r>
              <a:t>발표일: 2026-05-02   |   팀: Antelligen (7인)</a:t>
            </a:r>
          </a:p>
          <a:p>
            <a:pPr>
              <a:defRPr sz="1400"/>
            </a:pPr>
            <a:r>
              <a:t>Part 1. 문제 인식 (Problem)</a:t>
            </a:r>
          </a:p>
          <a:p>
            <a:pPr>
              <a:defRPr sz="1400"/>
            </a:pPr>
            <a:r>
              <a:t>서비스 개발 동기 및 목적</a:t>
            </a:r>
          </a:p>
          <a:p>
            <a:pPr>
              <a:defRPr sz="1400"/>
            </a:pPr>
            <a:r>
              <a:t>#2</a:t>
            </a:r>
          </a:p>
          <a:p>
            <a:pPr>
              <a:defRPr sz="1400"/>
            </a:pPr>
            <a:r>
              <a:t>왜 우리는 멀티 에이전트인가</a:t>
            </a:r>
          </a:p>
          <a:p>
            <a:pPr>
              <a:defRPr sz="1400"/>
            </a:pPr>
            <a:r>
              <a:t>단일 LLM 서비스의 구조적 한계</a:t>
            </a:r>
          </a:p>
          <a:p>
            <a:pPr>
              <a:defRPr sz="1400"/>
            </a:pPr>
            <a:r>
              <a:t>• 단일 LLM은 복잡한 문제를 체계적으로 분해하기 어렵다</a:t>
            </a:r>
          </a:p>
          <a:p>
            <a:pPr>
              <a:defRPr sz="1400"/>
            </a:pPr>
            <a:r>
              <a:t>• 데이터 수집·분석·의사결정이 하나의 모델에 과도 의존</a:t>
            </a:r>
          </a:p>
          <a:p>
            <a:pPr>
              <a:defRPr sz="1400"/>
            </a:pPr>
            <a:r>
              <a:t>• 다양한 도메인(주식·뉴스·SNS·재무) 통합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