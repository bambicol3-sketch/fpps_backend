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97440" y="411480"/>
            <a:ext cx="1463040" cy="822960"/>
          </a:xfrm>
          <a:prstGeom prst="ellipse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2000" cy="4114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200" y="219456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52C9"/>
                </a:solidFill>
              </a:defRPr>
            </a:pPr>
            <a:r>
              <a:t>기술 프레임워크 경쟁자 (서비스형 플랫폼)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154680"/>
            <a:ext cx="9753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63E75"/>
                </a:solidFill>
              </a:defRPr>
            </a:pPr>
            <a:r>
              <a:t>파일명 : antelligen_presentation_ver1.1ppt.pptx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1234440"/>
            <a:ext cx="243840" cy="4114800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10728960" cy="20574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E75"/>
                </a:solidFill>
              </a:defRPr>
            </a:pPr>
            <a:r>
              <a:t>기술 프레임워크 경쟁자 (서비스형 플랫폼)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6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2C9"/>
                </a:solidFill>
              </a:defRPr>
            </a:pPr>
            <a:r>
              <a:t>슬라이드는 기술 프레임워크 영역의 서비스형 플랫폼 경쟁자들을 정리하고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234440"/>
            <a:ext cx="536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Lindy — 노코드 AI 빌더, 빠른 배포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AgentGPT / AutoGPT — 목표 기반 자동 실행 (프로토타입)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기존 금융 도구 — 알고리즘 트레이딩 중심, 보안 강화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0728960" cy="3429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E75"/>
                </a:solidFill>
              </a:defRPr>
            </a:pPr>
            <a:r>
              <a:t>기술 프레임워크 경쟁자 (서비스형 플랫폼)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6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2C9"/>
                </a:solidFill>
              </a:defRPr>
            </a:pPr>
            <a:r>
              <a:t>Lindy — 노코드 AI 빌더 / 빠른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234440"/>
            <a:ext cx="536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2C9"/>
                </a:solidFill>
              </a:defRPr>
            </a:pPr>
            <a:r>
              <a:t>AgentGPT / AutoGPT — 목표 기반 자동 실행 (프로토타입)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3644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Lindy : 노코드 AI 빌더, 빠른 배포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기존 금융 도구 : 알고리즘 트레이딩 중심, 보안 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331720"/>
            <a:ext cx="53644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AgentGPT/AutoGPT : 목표 기반 자동 실행 (프로토타입)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897880"/>
            <a:ext cx="731520" cy="411480"/>
          </a:xfrm>
          <a:prstGeom prst="ellipse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E75"/>
                </a:solidFill>
              </a:defRPr>
            </a:pPr>
            <a:r>
              <a:t>기술 프레임워크 경쟁자 (서비스형 플랫폼)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6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52C9"/>
                </a:solidFill>
              </a:defRPr>
            </a:pPr>
            <a:r>
              <a:t>파일명 : antelligen_presentation_ver1.1ppt.pptx</a:t>
            </a:r>
          </a:p>
          <a:p>
            <a:pPr algn="l">
              <a:defRPr sz="1400" b="0">
                <a:solidFill>
                  <a:srgbClr val="2D52C9"/>
                </a:solidFill>
              </a:defRPr>
            </a:pPr>
            <a:r>
              <a:t>슬라이드 : #7</a:t>
            </a:r>
          </a:p>
          <a:p>
            <a:pPr algn="l">
              <a:defRPr sz="1400" b="0">
                <a:solidFill>
                  <a:srgbClr val="2D52C9"/>
                </a:solidFill>
              </a:defRPr>
            </a:pPr>
            <a:r>
              <a:t>주제 : 기술 프레임워크 경쟁자 (서비스형 플랫폼)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536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경쟁사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기술 프레임워크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서비스형 플랫폼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Lindy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880360"/>
            <a:ext cx="536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AgentGPT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AutoGPT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알고리즘 트레이딩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• 보안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