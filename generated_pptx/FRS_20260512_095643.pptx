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577340"/>
            <a:ext cx="10332720" cy="20574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81257" y="200939"/>
            <a:ext cx="722985" cy="252374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399" y="1645921"/>
            <a:ext cx="10332723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Antelligen - AI Multi-Agent 기반 투자 인텔리전스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99" y="3108961"/>
            <a:ext cx="10332723" cy="50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문서명: FRS_20260512_074039.pptx / antelligen_presentation_ver1.1.pptx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핵심문구: "AI가 대신 투자하는 시대가 아니라, AI의 판단을 사람이 검증하고 통제하는 구조"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3931921"/>
            <a:ext cx="10332723" cy="682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발표일 : 2026-05-02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문서일 : 2026-05-12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팀 : Antelligen (7인)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097280"/>
            <a:ext cx="5669280" cy="21945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097280"/>
            <a:ext cx="5669280" cy="7338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4736" y="1325651"/>
            <a:ext cx="503529" cy="502691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32576" y="1097280"/>
            <a:ext cx="5669280" cy="21945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32576" y="1097280"/>
            <a:ext cx="5669280" cy="7338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15456" y="1325651"/>
            <a:ext cx="503529" cy="50269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856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6448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21280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5872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70704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5296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20128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84720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9552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34144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856" y="5532348"/>
            <a:ext cx="11430000" cy="777011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1856" y="1097280"/>
            <a:ext cx="5669280" cy="21945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32576" y="1097280"/>
            <a:ext cx="5669280" cy="21945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문서 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문서명: FRS_20260512_074039.pptx / antelligen_presentation_ver1.1.pptx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문서일: 2026-05-12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00" y="1965961"/>
            <a:ext cx="5340100" cy="8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서비스 개발 동기 및 목적 제시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멀티 에이전트 구조 필요성 도입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7421" y="1965961"/>
            <a:ext cx="5340097" cy="872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단일 LLM은 복잡한 문제를 체계적으로 분해하기 어렵다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데이터 수집·분석·의사결정이 하나의 모델에 과도 의존한다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다양한 도메인(주식·뉴스·SNS·재무)을 통합 반영하지 못함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확장성·유지보수에서 구조적 한계가 발생함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540" y="3474720"/>
            <a:ext cx="11375139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의사결정흐름: 정보 수집 → 분석 → 판단 → 추천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9540" y="5788276"/>
            <a:ext cx="11375139" cy="26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핵심문구: "AI가 대신 투자하는 시대가 아니라, AI의 판단을 사람이 검증하고 통제하는 구조"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4736" y="1280388"/>
            <a:ext cx="10972800" cy="1371600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9136" y="2926308"/>
            <a:ext cx="9144000" cy="137160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83536" y="4572228"/>
            <a:ext cx="7315200" cy="137160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9136" y="2926308"/>
            <a:ext cx="9144000" cy="137160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9540" y="164591"/>
            <a:ext cx="10460739" cy="366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현실의 의사결정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422" y="1353311"/>
            <a:ext cx="10917936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의사결정은 정보 수집, 분석, 판단, 추천의 흐름으로 이루어짐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여러 전문가의 협업 형태가 현실적 의사결정의 특징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기존 AI 시스템은 이러한 협업 흐름을 반영하지 못함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097280"/>
            <a:ext cx="3749040" cy="7338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6336" y="1371600"/>
            <a:ext cx="640080" cy="63985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8665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8665" y="1097280"/>
            <a:ext cx="3749040" cy="733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3145" y="1371600"/>
            <a:ext cx="640080" cy="639851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44255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44255" y="1097280"/>
            <a:ext cx="3749040" cy="7338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98736" y="1371600"/>
            <a:ext cx="640080" cy="63985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1856" y="5120868"/>
            <a:ext cx="11430000" cy="128038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1856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8665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Antelligen의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목표수 : 5가지(문서 표기)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540" y="2468878"/>
            <a:ext cx="3694178" cy="331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구조적 AI 시스템 구축 — 데이터 수집·분석·의사결정 에이전트 협업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확장 가능한 아키텍처 — 새 기능 추가 시 기존 시스템 영향 최소화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현실적 협업 흐름 반영 — 사람의 업무 방식 그대로 AI 협업으로 구현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사용자 맞춤형 분석 — (항목 표기됨, 상세 내용은 없음)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