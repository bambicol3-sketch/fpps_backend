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Antelligen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wrap="square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>
              <a:defRPr>
                <a:solidFill/>
              </a:defRPr>
            </a:pPr>
            <a:r>
              <a:t>AI Multi-Agent 기반 투자 인텔리전스 플랫폼</a:t>
            </a:r>
          </a:p>
          <a:p>
            <a:pPr>
              <a:defRPr/>
            </a:pPr>
            <a:r>
              <a:t>"AI의 판단을 사람이 검증하고 통제하는 구조"</a:t>
            </a:r>
          </a:p>
          <a:p>
            <a:pPr>
              <a:defRPr/>
            </a:pPr>
            <a:r>
              <a:t>발표일: 2026-05-02  |  팀: Antelligen (7인)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Part 1. 문제 인식</a:t>
            </a:r>
          </a:p>
        </p:txBody>
      </p:sp>
      <p:sp>
        <p:nvSpPr>
          <p:cNvPr id="1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wrap="square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>
              <a:defRPr>
                <a:solidFill/>
              </a:defRPr>
            </a:pPr>
            <a:r>
              <a:t>단일 LLM의 구조적 한계로 인해 현실적 의사결정(정보수집→분석→판단→추천)을 반영한 멀티 에이전트 기반 구조가 필요함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서비스 개발 동기 및 멀티 에이전트 필요성</a:t>
            </a: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 wrap="square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• 단일 LLM의 한계: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복잡한 문제를 체계적으로 분해하기 어려움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데이터 수집·분석·의사결정이 한 모델에 과도 의존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주식·뉴스·SNS·재무 등 다양한 도메인 통합 불가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현실적 의사결정은 협업 구조(수집→분석→판단→추천)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• Antelligen의 목표: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구조적 AI 시스템 구축(에이전트 협업)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확장 가능한 아키텍처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현실적 협업 흐름 반영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- 사용자 맞춤형 분석</a:t>
            </a:r>
          </a:p>
          <a:p>
            <a:pPr>
              <a:defRPr>
                <a:solidFill>
                  <a:srgbClr val="FFFFFF"/>
                </a:solidFill>
                <a:latin typeface="Calibri"/>
              </a:defRPr>
            </a:pPr>
            <a:r>
              <a:t>→ 역할별 AI 에이전트 협업으로 문제 해결</a:t>
            </a: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