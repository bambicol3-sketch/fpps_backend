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서비스형 플랫폼 경쟁자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96012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3E75"/>
                </a:solidFill>
              </a:defRPr>
            </a:pPr>
            <a:r>
              <a:t>파일명 : antelligen_presentation_ver1.1ppt.pptx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3E75"/>
                </a:solidFill>
              </a:defRPr>
            </a:pPr>
            <a:r>
              <a:t>슬라이드 :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80" y="274320"/>
            <a:ext cx="1121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프레젠테이션 파일 antelligen_presentation_ver1.1ppt.pptx의 7번 슬라이드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96012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프레젠테이션 파일 antelligen_presentation_ver1.1ppt.pptx의 7번 슬라이드에서는 기술 프레임워크 경쟁자를 '서비스형 플랫폼' 관점에서 정리했다. Lindy, AgentGPT/AutoGPT, 기존 금융 도구를 경쟁자로 제시하고 각 특징을 간략히 기술하고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520" y="960120"/>
            <a:ext cx="487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파일명 : antelligen_presentation_ver1.1ppt.pptx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슬라이드 : 7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섹션 : 기술 프레임워크 경쟁자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카테고리 : 서비스형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27520" y="2468880"/>
            <a:ext cx="487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3E75"/>
                </a:solidFill>
              </a:defRPr>
            </a:pPr>
            <a:r>
              <a:t>슬라이드 번호 :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경쟁사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96012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Lindy — 노코드 AI 빌더 / 빠른 배포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AgentGPT / AutoGPT — 목표 기반 자동 실행 (프로토타입)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기존 금융 도구 — 알고리즘 트레이딩 중심, 보안 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520" y="960120"/>
            <a:ext cx="487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Lindy : 노코드 AI 빌더 / 빠른 배포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AgentGPT / AutoGPT : 목표 기반 자동 실행 (프로토타입)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기존 금융 도구 : 알고리즘 트레이딩 중심, 보안 강화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2D52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11460480" cy="6858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80" y="274320"/>
            <a:ext cx="1121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섹션 : 기술 프레임워크 경쟁자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960120"/>
            <a:ext cx="11216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E75"/>
                </a:solidFill>
              </a:defRPr>
            </a:pPr>
            <a:r>
              <a:t>doc_type : 프레젠테이션 (pptx)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경쟁사 분석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기술 프레임워크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서비스형 플랫폼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Lindy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AgentGPT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AutoGPT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기존 금융 도구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알고리즘 트레이딩</a:t>
            </a:r>
          </a:p>
          <a:p>
            <a:pPr algn="l">
              <a:defRPr sz="1400" b="0">
                <a:solidFill>
                  <a:srgbClr val="163E75"/>
                </a:solidFill>
              </a:defRPr>
            </a:pPr>
            <a:r>
              <a:t>● 보안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