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Antelligen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Multi-Agent 기반 투자 인텔리전스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AI가 대신 투자하는 시대가 아니라,</a:t>
            </a:r>
          </a:p>
          <a:p>
            <a:r>
              <a:t>AI의 판단을 사람이 검증하고 통제하는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서비스 개발 동기 및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왜 우리는 멀티 에이전트인가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단일 LLM 서비스의 구조적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단일 LLM은 복잡한 문제를 체계적으로 분해하기 어렵다</a:t>
            </a:r>
          </a:p>
          <a:p>
            <a:r>
              <a:t>• 데이터 수집·분석·의사결정이 한 모델에 과도 의존</a:t>
            </a:r>
          </a:p>
          <a:p>
            <a:r>
              <a:t>• 다양한 도메인(주식·뉴스·SNS·재무) 통합 반영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Antelligen의 5가지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구조적 AI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데이터·분석·결정 에이전트 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확장 가능한 아키텍처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새 기능 추가 시 기존 영향 최소화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현실적 협업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사람의 업무를 AI 협업으로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사용자 맞춤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성향·관심 종목 개인화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자동화·효율성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반복 분석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“AI 간 협업을 통해 문제를 해결하는 새로운 서비스 구조”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